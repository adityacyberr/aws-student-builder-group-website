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19"/>
  </p:notesMasterIdLst>
  <p:sldIdLst>
    <p:sldId id="375" r:id="rId5"/>
    <p:sldId id="376" r:id="rId6"/>
    <p:sldId id="361" r:id="rId7"/>
    <p:sldId id="373" r:id="rId8"/>
    <p:sldId id="362" r:id="rId9"/>
    <p:sldId id="364" r:id="rId10"/>
    <p:sldId id="365" r:id="rId11"/>
    <p:sldId id="371" r:id="rId12"/>
    <p:sldId id="366" r:id="rId13"/>
    <p:sldId id="367" r:id="rId14"/>
    <p:sldId id="372" r:id="rId15"/>
    <p:sldId id="370" r:id="rId16"/>
    <p:sldId id="368" r:id="rId17"/>
    <p:sldId id="369" r:id="rId18"/>
  </p:sldIdLst>
  <p:sldSz cx="12192000" cy="6858000"/>
  <p:notesSz cx="6858000" cy="9144000"/>
  <p:embeddedFontLst>
    <p:embeddedFont>
      <p:font typeface="Amazon Ember Display" panose="020B0604020202020204" charset="0"/>
      <p:regular r:id="rId20"/>
      <p:bold r:id="rId21"/>
      <p:italic r:id="rId22"/>
      <p:boldItalic r:id="rId23"/>
    </p:embeddedFont>
    <p:embeddedFont>
      <p:font typeface="Amazon Ember Duospace" panose="020B0604020202020204" charset="0"/>
      <p:regular r:id="rId24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6871"/>
    <a:srgbClr val="DEDEE3"/>
    <a:srgbClr val="D14600"/>
    <a:srgbClr val="006CE0"/>
    <a:srgbClr val="008559"/>
    <a:srgbClr val="7300E5"/>
    <a:srgbClr val="D600BA"/>
    <a:srgbClr val="8C8C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B4410F-9BAE-962F-3E4C-84FD652FC143}" v="2" dt="2026-05-19T15:08:42.5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6726"/>
    <p:restoredTop sz="94772"/>
  </p:normalViewPr>
  <p:slideViewPr>
    <p:cSldViewPr snapToGrid="0">
      <p:cViewPr>
        <p:scale>
          <a:sx n="99" d="100"/>
          <a:sy n="99" d="100"/>
        </p:scale>
        <p:origin x="3448" y="2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2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6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5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D65C6B-A0EB-B345-85AD-CC639E278AD5}" type="datetimeFigureOut">
              <a:rPr lang="da-DK" smtClean="0"/>
              <a:t>03-06-2026</a:t>
            </a:fld>
            <a:endParaRPr lang="da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99CB3D-9B9B-C540-B170-4844630B8FBF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41256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5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3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5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5.sv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3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5.sv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9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5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7.sv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5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4.sv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5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4.sv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5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4.sv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5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4.sv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5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4.sv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59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4.sv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6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4.sv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6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4.sv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6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4.sv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6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4.sv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2" Type="http://schemas.openxmlformats.org/officeDocument/2006/relationships/image" Target="../media/image6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5.sv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2" Type="http://schemas.openxmlformats.org/officeDocument/2006/relationships/image" Target="../media/image6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5.sv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69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0.png"/><Relationship Id="rId4" Type="http://schemas.openxmlformats.org/officeDocument/2006/relationships/image" Target="../media/image2.sv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7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0.png"/><Relationship Id="rId4" Type="http://schemas.openxmlformats.org/officeDocument/2006/relationships/image" Target="../media/image54.sv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7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4.png"/><Relationship Id="rId4" Type="http://schemas.openxmlformats.org/officeDocument/2006/relationships/image" Target="../media/image73.sv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75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4.png"/><Relationship Id="rId4" Type="http://schemas.openxmlformats.org/officeDocument/2006/relationships/image" Target="../media/image35.sv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6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5.svg"/><Relationship Id="rId5" Type="http://schemas.openxmlformats.org/officeDocument/2006/relationships/image" Target="../media/image78.svg"/><Relationship Id="rId4" Type="http://schemas.openxmlformats.org/officeDocument/2006/relationships/image" Target="../media/image77.sv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79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8.sv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8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8.sv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8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8.sv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8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8.sv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8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3.svg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8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Pattern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>
            <a:extLst>
              <a:ext uri="{FF2B5EF4-FFF2-40B4-BE49-F238E27FC236}">
                <a16:creationId xmlns:a16="http://schemas.microsoft.com/office/drawing/2014/main" id="{99D11685-E809-D535-0154-DB255E652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5955" y="1120173"/>
            <a:ext cx="5027407" cy="1148894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Presentation</a:t>
            </a:r>
            <a:endParaRPr lang="da-DK" dirty="0"/>
          </a:p>
        </p:txBody>
      </p:sp>
      <p:sp>
        <p:nvSpPr>
          <p:cNvPr id="60" name="Subtitle 2">
            <a:extLst>
              <a:ext uri="{FF2B5EF4-FFF2-40B4-BE49-F238E27FC236}">
                <a16:creationId xmlns:a16="http://schemas.microsoft.com/office/drawing/2014/main" id="{9E3CF355-294E-3AC3-7DA3-383B7FBE40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5955" y="3002844"/>
            <a:ext cx="4274372" cy="426156"/>
          </a:xfrm>
        </p:spPr>
        <p:txBody>
          <a:bodyPr anchor="b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da-DK" dirty="0"/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7C1D419E-AD8A-A63D-BDD2-FE2FA6E2F2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DF88E825-E95D-BC60-2422-5A000ED3AB2C}"/>
              </a:ext>
            </a:extLst>
          </p:cNvPr>
          <p:cNvSpPr txBox="1"/>
          <p:nvPr userDrawn="1"/>
        </p:nvSpPr>
        <p:spPr>
          <a:xfrm>
            <a:off x="6866276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pic>
        <p:nvPicPr>
          <p:cNvPr id="64" name="Graphic 63">
            <a:extLst>
              <a:ext uri="{FF2B5EF4-FFF2-40B4-BE49-F238E27FC236}">
                <a16:creationId xmlns:a16="http://schemas.microsoft.com/office/drawing/2014/main" id="{3F8CFD9A-9673-5100-4EA7-AF6420A0AA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279197"/>
            <a:ext cx="402152" cy="24129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47D8DF4-5955-37F7-84A5-0450FA9A17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7611" y="6097329"/>
            <a:ext cx="770276" cy="770276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E2AE210-12E3-DF68-ED52-9B488FA1BBC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6376770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03/26/26</a:t>
            </a:r>
          </a:p>
        </p:txBody>
      </p:sp>
    </p:spTree>
    <p:extLst>
      <p:ext uri="{BB962C8B-B14F-4D97-AF65-F5344CB8AC3E}">
        <p14:creationId xmlns:p14="http://schemas.microsoft.com/office/powerpoint/2010/main" val="2760757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Pattern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>
            <a:extLst>
              <a:ext uri="{FF2B5EF4-FFF2-40B4-BE49-F238E27FC236}">
                <a16:creationId xmlns:a16="http://schemas.microsoft.com/office/drawing/2014/main" id="{99D11685-E809-D535-0154-DB255E652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5955" y="1120173"/>
            <a:ext cx="5027407" cy="1148894"/>
          </a:xfrm>
        </p:spPr>
        <p:txBody>
          <a:bodyPr anchor="t">
            <a:normAutofit/>
          </a:bodyPr>
          <a:lstStyle>
            <a:lvl1pPr algn="l"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Presentation</a:t>
            </a:r>
            <a:endParaRPr lang="da-DK" dirty="0"/>
          </a:p>
        </p:txBody>
      </p:sp>
      <p:sp>
        <p:nvSpPr>
          <p:cNvPr id="60" name="Subtitle 2">
            <a:extLst>
              <a:ext uri="{FF2B5EF4-FFF2-40B4-BE49-F238E27FC236}">
                <a16:creationId xmlns:a16="http://schemas.microsoft.com/office/drawing/2014/main" id="{9E3CF355-294E-3AC3-7DA3-383B7FBE40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5955" y="3002844"/>
            <a:ext cx="4274372" cy="426156"/>
          </a:xfrm>
        </p:spPr>
        <p:txBody>
          <a:bodyPr anchor="b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da-DK" dirty="0"/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7C1D419E-AD8A-A63D-BDD2-FE2FA6E2F2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DF88E825-E95D-BC60-2422-5A000ED3AB2C}"/>
              </a:ext>
            </a:extLst>
          </p:cNvPr>
          <p:cNvSpPr txBox="1"/>
          <p:nvPr userDrawn="1"/>
        </p:nvSpPr>
        <p:spPr>
          <a:xfrm>
            <a:off x="6866276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pic>
        <p:nvPicPr>
          <p:cNvPr id="64" name="Graphic 63">
            <a:extLst>
              <a:ext uri="{FF2B5EF4-FFF2-40B4-BE49-F238E27FC236}">
                <a16:creationId xmlns:a16="http://schemas.microsoft.com/office/drawing/2014/main" id="{3F8CFD9A-9673-5100-4EA7-AF6420A0AA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279197"/>
            <a:ext cx="402152" cy="24129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9B4E8538-7414-88D9-D26D-AD80E73F675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7611" y="6097329"/>
            <a:ext cx="770276" cy="770276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71C3375-D779-B6CD-317B-72F8CCE944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6376770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03/26/26</a:t>
            </a:r>
          </a:p>
        </p:txBody>
      </p:sp>
    </p:spTree>
    <p:extLst>
      <p:ext uri="{BB962C8B-B14F-4D97-AF65-F5344CB8AC3E}">
        <p14:creationId xmlns:p14="http://schemas.microsoft.com/office/powerpoint/2010/main" val="2011187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Pattern C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>
            <a:extLst>
              <a:ext uri="{FF2B5EF4-FFF2-40B4-BE49-F238E27FC236}">
                <a16:creationId xmlns:a16="http://schemas.microsoft.com/office/drawing/2014/main" id="{99D11685-E809-D535-0154-DB255E652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5955" y="1120173"/>
            <a:ext cx="5027407" cy="1148894"/>
          </a:xfrm>
        </p:spPr>
        <p:txBody>
          <a:bodyPr anchor="t">
            <a:normAutofit/>
          </a:bodyPr>
          <a:lstStyle>
            <a:lvl1pPr algn="l"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Presentation</a:t>
            </a:r>
            <a:endParaRPr lang="da-DK" dirty="0"/>
          </a:p>
        </p:txBody>
      </p:sp>
      <p:sp>
        <p:nvSpPr>
          <p:cNvPr id="60" name="Subtitle 2">
            <a:extLst>
              <a:ext uri="{FF2B5EF4-FFF2-40B4-BE49-F238E27FC236}">
                <a16:creationId xmlns:a16="http://schemas.microsoft.com/office/drawing/2014/main" id="{9E3CF355-294E-3AC3-7DA3-383B7FBE40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5955" y="3002844"/>
            <a:ext cx="4274372" cy="426156"/>
          </a:xfrm>
        </p:spPr>
        <p:txBody>
          <a:bodyPr anchor="b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da-DK" dirty="0"/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7C1D419E-AD8A-A63D-BDD2-FE2FA6E2F2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DF88E825-E95D-BC60-2422-5A000ED3AB2C}"/>
              </a:ext>
            </a:extLst>
          </p:cNvPr>
          <p:cNvSpPr txBox="1"/>
          <p:nvPr userDrawn="1"/>
        </p:nvSpPr>
        <p:spPr>
          <a:xfrm>
            <a:off x="6866276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pic>
        <p:nvPicPr>
          <p:cNvPr id="64" name="Graphic 63">
            <a:extLst>
              <a:ext uri="{FF2B5EF4-FFF2-40B4-BE49-F238E27FC236}">
                <a16:creationId xmlns:a16="http://schemas.microsoft.com/office/drawing/2014/main" id="{3F8CFD9A-9673-5100-4EA7-AF6420A0AA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279197"/>
            <a:ext cx="402152" cy="24129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62938272-3CA1-48F3-2CDF-D57361B6A6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7611" y="6097329"/>
            <a:ext cx="770276" cy="770276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6FD1CE67-DC10-2B60-601C-B128610CD8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6376770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03/26/26</a:t>
            </a:r>
          </a:p>
        </p:txBody>
      </p:sp>
    </p:spTree>
    <p:extLst>
      <p:ext uri="{BB962C8B-B14F-4D97-AF65-F5344CB8AC3E}">
        <p14:creationId xmlns:p14="http://schemas.microsoft.com/office/powerpoint/2010/main" val="3446721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Pattern D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>
            <a:extLst>
              <a:ext uri="{FF2B5EF4-FFF2-40B4-BE49-F238E27FC236}">
                <a16:creationId xmlns:a16="http://schemas.microsoft.com/office/drawing/2014/main" id="{99D11685-E809-D535-0154-DB255E652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5955" y="1120173"/>
            <a:ext cx="5027407" cy="1148894"/>
          </a:xfrm>
        </p:spPr>
        <p:txBody>
          <a:bodyPr anchor="t">
            <a:normAutofit/>
          </a:bodyPr>
          <a:lstStyle>
            <a:lvl1pPr algn="l"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Presentation</a:t>
            </a:r>
            <a:endParaRPr lang="da-DK" dirty="0"/>
          </a:p>
        </p:txBody>
      </p:sp>
      <p:sp>
        <p:nvSpPr>
          <p:cNvPr id="60" name="Subtitle 2">
            <a:extLst>
              <a:ext uri="{FF2B5EF4-FFF2-40B4-BE49-F238E27FC236}">
                <a16:creationId xmlns:a16="http://schemas.microsoft.com/office/drawing/2014/main" id="{9E3CF355-294E-3AC3-7DA3-383B7FBE40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5955" y="3002844"/>
            <a:ext cx="4274372" cy="426156"/>
          </a:xfrm>
        </p:spPr>
        <p:txBody>
          <a:bodyPr anchor="b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da-DK" dirty="0"/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7C1D419E-AD8A-A63D-BDD2-FE2FA6E2F2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DF88E825-E95D-BC60-2422-5A000ED3AB2C}"/>
              </a:ext>
            </a:extLst>
          </p:cNvPr>
          <p:cNvSpPr txBox="1"/>
          <p:nvPr userDrawn="1"/>
        </p:nvSpPr>
        <p:spPr>
          <a:xfrm>
            <a:off x="6866276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pic>
        <p:nvPicPr>
          <p:cNvPr id="64" name="Graphic 63">
            <a:extLst>
              <a:ext uri="{FF2B5EF4-FFF2-40B4-BE49-F238E27FC236}">
                <a16:creationId xmlns:a16="http://schemas.microsoft.com/office/drawing/2014/main" id="{3F8CFD9A-9673-5100-4EA7-AF6420A0AA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279197"/>
            <a:ext cx="402152" cy="24129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E9B70CC5-60B9-18C5-97BE-AC0EB3148CF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7611" y="6097329"/>
            <a:ext cx="770276" cy="770276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56203FAF-5F7A-E2AB-1F4F-6139AC3F2E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6376770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03/26/26</a:t>
            </a:r>
          </a:p>
        </p:txBody>
      </p:sp>
    </p:spTree>
    <p:extLst>
      <p:ext uri="{BB962C8B-B14F-4D97-AF65-F5344CB8AC3E}">
        <p14:creationId xmlns:p14="http://schemas.microsoft.com/office/powerpoint/2010/main" val="3862965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Pattern 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>
            <a:extLst>
              <a:ext uri="{FF2B5EF4-FFF2-40B4-BE49-F238E27FC236}">
                <a16:creationId xmlns:a16="http://schemas.microsoft.com/office/drawing/2014/main" id="{99D11685-E809-D535-0154-DB255E652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5955" y="1120173"/>
            <a:ext cx="5027407" cy="1148894"/>
          </a:xfrm>
        </p:spPr>
        <p:txBody>
          <a:bodyPr anchor="t">
            <a:normAutofit/>
          </a:bodyPr>
          <a:lstStyle>
            <a:lvl1pPr algn="l"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Presentation</a:t>
            </a:r>
            <a:endParaRPr lang="da-DK" dirty="0"/>
          </a:p>
        </p:txBody>
      </p:sp>
      <p:sp>
        <p:nvSpPr>
          <p:cNvPr id="60" name="Subtitle 2">
            <a:extLst>
              <a:ext uri="{FF2B5EF4-FFF2-40B4-BE49-F238E27FC236}">
                <a16:creationId xmlns:a16="http://schemas.microsoft.com/office/drawing/2014/main" id="{9E3CF355-294E-3AC3-7DA3-383B7FBE40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5955" y="3002844"/>
            <a:ext cx="4274372" cy="426156"/>
          </a:xfrm>
        </p:spPr>
        <p:txBody>
          <a:bodyPr anchor="b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da-DK" dirty="0"/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7C1D419E-AD8A-A63D-BDD2-FE2FA6E2F2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DF88E825-E95D-BC60-2422-5A000ED3AB2C}"/>
              </a:ext>
            </a:extLst>
          </p:cNvPr>
          <p:cNvSpPr txBox="1"/>
          <p:nvPr userDrawn="1"/>
        </p:nvSpPr>
        <p:spPr>
          <a:xfrm>
            <a:off x="6866276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pic>
        <p:nvPicPr>
          <p:cNvPr id="64" name="Graphic 63">
            <a:extLst>
              <a:ext uri="{FF2B5EF4-FFF2-40B4-BE49-F238E27FC236}">
                <a16:creationId xmlns:a16="http://schemas.microsoft.com/office/drawing/2014/main" id="{3F8CFD9A-9673-5100-4EA7-AF6420A0AA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279197"/>
            <a:ext cx="402152" cy="24129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0E49BE1E-F05F-B8E6-071D-4AC8675835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7611" y="6097329"/>
            <a:ext cx="770276" cy="770276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F66F3E15-89FB-FAE4-843C-5C8EFB79F1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6376770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03/26/26</a:t>
            </a:r>
          </a:p>
        </p:txBody>
      </p:sp>
    </p:spTree>
    <p:extLst>
      <p:ext uri="{BB962C8B-B14F-4D97-AF65-F5344CB8AC3E}">
        <p14:creationId xmlns:p14="http://schemas.microsoft.com/office/powerpoint/2010/main" val="159201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Icon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phic 36">
            <a:extLst>
              <a:ext uri="{FF2B5EF4-FFF2-40B4-BE49-F238E27FC236}">
                <a16:creationId xmlns:a16="http://schemas.microsoft.com/office/drawing/2014/main" id="{96CC69A5-15A1-8D1A-828A-F3DB89BCC4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4E98AFD-8E5F-28C9-27CE-412B91100D75}"/>
              </a:ext>
            </a:extLst>
          </p:cNvPr>
          <p:cNvSpPr txBox="1"/>
          <p:nvPr userDrawn="1"/>
        </p:nvSpPr>
        <p:spPr>
          <a:xfrm>
            <a:off x="9153624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0335D030-887A-C28F-4E39-785BD47AF4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b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Presentation</a:t>
            </a:r>
            <a:endParaRPr lang="da-DK" dirty="0"/>
          </a:p>
        </p:txBody>
      </p:sp>
      <p:sp>
        <p:nvSpPr>
          <p:cNvPr id="54" name="Subtitle 2">
            <a:extLst>
              <a:ext uri="{FF2B5EF4-FFF2-40B4-BE49-F238E27FC236}">
                <a16:creationId xmlns:a16="http://schemas.microsoft.com/office/drawing/2014/main" id="{BAB42921-CB9D-0CA8-4354-47C3636B888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68593" y="3869991"/>
            <a:ext cx="4274372" cy="165576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da-DK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DD13DE1-6FF5-5020-3264-1CBE007D42C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19949" y="3045048"/>
            <a:ext cx="2287449" cy="2287449"/>
          </a:xfrm>
          <a:prstGeom prst="rect">
            <a:avLst/>
          </a:prstGeom>
        </p:spPr>
      </p:pic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85AA5DEF-5007-BC49-AF5B-2A8A9172DE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5313" y="6362601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03/26/26</a:t>
            </a:r>
          </a:p>
        </p:txBody>
      </p:sp>
    </p:spTree>
    <p:extLst>
      <p:ext uri="{BB962C8B-B14F-4D97-AF65-F5344CB8AC3E}">
        <p14:creationId xmlns:p14="http://schemas.microsoft.com/office/powerpoint/2010/main" val="3049135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Icon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phic 36">
            <a:extLst>
              <a:ext uri="{FF2B5EF4-FFF2-40B4-BE49-F238E27FC236}">
                <a16:creationId xmlns:a16="http://schemas.microsoft.com/office/drawing/2014/main" id="{96CC69A5-15A1-8D1A-828A-F3DB89BCC4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4E98AFD-8E5F-28C9-27CE-412B91100D75}"/>
              </a:ext>
            </a:extLst>
          </p:cNvPr>
          <p:cNvSpPr txBox="1"/>
          <p:nvPr userDrawn="1"/>
        </p:nvSpPr>
        <p:spPr>
          <a:xfrm>
            <a:off x="9153624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0335D030-887A-C28F-4E39-785BD47AF4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b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Presentation</a:t>
            </a:r>
            <a:endParaRPr lang="da-DK" dirty="0"/>
          </a:p>
        </p:txBody>
      </p:sp>
      <p:sp>
        <p:nvSpPr>
          <p:cNvPr id="54" name="Subtitle 2">
            <a:extLst>
              <a:ext uri="{FF2B5EF4-FFF2-40B4-BE49-F238E27FC236}">
                <a16:creationId xmlns:a16="http://schemas.microsoft.com/office/drawing/2014/main" id="{BAB42921-CB9D-0CA8-4354-47C3636B888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68593" y="3869991"/>
            <a:ext cx="4274372" cy="165576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da-DK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8EF7E4D-1290-52B4-D6CF-612DD7C0AF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19949" y="3045048"/>
            <a:ext cx="2287449" cy="2287449"/>
          </a:xfrm>
          <a:prstGeom prst="rect">
            <a:avLst/>
          </a:prstGeom>
        </p:spPr>
      </p:pic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F3ED192A-5D56-85AB-4269-1209C1AEF3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5313" y="6362601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03/26/26</a:t>
            </a:r>
          </a:p>
        </p:txBody>
      </p:sp>
    </p:spTree>
    <p:extLst>
      <p:ext uri="{BB962C8B-B14F-4D97-AF65-F5344CB8AC3E}">
        <p14:creationId xmlns:p14="http://schemas.microsoft.com/office/powerpoint/2010/main" val="2187507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Icon C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phic 36">
            <a:extLst>
              <a:ext uri="{FF2B5EF4-FFF2-40B4-BE49-F238E27FC236}">
                <a16:creationId xmlns:a16="http://schemas.microsoft.com/office/drawing/2014/main" id="{96CC69A5-15A1-8D1A-828A-F3DB89BCC4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4E98AFD-8E5F-28C9-27CE-412B91100D75}"/>
              </a:ext>
            </a:extLst>
          </p:cNvPr>
          <p:cNvSpPr txBox="1"/>
          <p:nvPr userDrawn="1"/>
        </p:nvSpPr>
        <p:spPr>
          <a:xfrm>
            <a:off x="9153624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0335D030-887A-C28F-4E39-785BD47AF4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b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Presentation</a:t>
            </a:r>
            <a:endParaRPr lang="da-DK" dirty="0"/>
          </a:p>
        </p:txBody>
      </p:sp>
      <p:sp>
        <p:nvSpPr>
          <p:cNvPr id="54" name="Subtitle 2">
            <a:extLst>
              <a:ext uri="{FF2B5EF4-FFF2-40B4-BE49-F238E27FC236}">
                <a16:creationId xmlns:a16="http://schemas.microsoft.com/office/drawing/2014/main" id="{BAB42921-CB9D-0CA8-4354-47C3636B888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68593" y="3869991"/>
            <a:ext cx="4274372" cy="165576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da-DK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6F3F9B0-C0CD-3049-753C-05BCA962CF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19949" y="3045048"/>
            <a:ext cx="2287449" cy="2287449"/>
          </a:xfrm>
          <a:prstGeom prst="rect">
            <a:avLst/>
          </a:prstGeom>
        </p:spPr>
      </p:pic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C4D91F10-9BB7-F1FA-BD1C-AAE09D5E2B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5313" y="6362601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03/26/26</a:t>
            </a:r>
          </a:p>
        </p:txBody>
      </p:sp>
    </p:spTree>
    <p:extLst>
      <p:ext uri="{BB962C8B-B14F-4D97-AF65-F5344CB8AC3E}">
        <p14:creationId xmlns:p14="http://schemas.microsoft.com/office/powerpoint/2010/main" val="3008281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Icon D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phic 36">
            <a:extLst>
              <a:ext uri="{FF2B5EF4-FFF2-40B4-BE49-F238E27FC236}">
                <a16:creationId xmlns:a16="http://schemas.microsoft.com/office/drawing/2014/main" id="{96CC69A5-15A1-8D1A-828A-F3DB89BCC4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4E98AFD-8E5F-28C9-27CE-412B91100D75}"/>
              </a:ext>
            </a:extLst>
          </p:cNvPr>
          <p:cNvSpPr txBox="1"/>
          <p:nvPr userDrawn="1"/>
        </p:nvSpPr>
        <p:spPr>
          <a:xfrm>
            <a:off x="9153624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0335D030-887A-C28F-4E39-785BD47AF4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b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Presentation</a:t>
            </a:r>
            <a:endParaRPr lang="da-DK" dirty="0"/>
          </a:p>
        </p:txBody>
      </p:sp>
      <p:sp>
        <p:nvSpPr>
          <p:cNvPr id="54" name="Subtitle 2">
            <a:extLst>
              <a:ext uri="{FF2B5EF4-FFF2-40B4-BE49-F238E27FC236}">
                <a16:creationId xmlns:a16="http://schemas.microsoft.com/office/drawing/2014/main" id="{BAB42921-CB9D-0CA8-4354-47C3636B888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68593" y="3869991"/>
            <a:ext cx="4274372" cy="165576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da-DK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E96A94E-CBE1-4628-770E-C4C55D834D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19949" y="3045048"/>
            <a:ext cx="2287449" cy="2287449"/>
          </a:xfrm>
          <a:prstGeom prst="rect">
            <a:avLst/>
          </a:prstGeom>
        </p:spPr>
      </p:pic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6007E27-7342-404E-5041-ECF7DCD5860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5313" y="6362601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03/26/26</a:t>
            </a:r>
          </a:p>
        </p:txBody>
      </p:sp>
    </p:spTree>
    <p:extLst>
      <p:ext uri="{BB962C8B-B14F-4D97-AF65-F5344CB8AC3E}">
        <p14:creationId xmlns:p14="http://schemas.microsoft.com/office/powerpoint/2010/main" val="652284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Icon 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phic 36">
            <a:extLst>
              <a:ext uri="{FF2B5EF4-FFF2-40B4-BE49-F238E27FC236}">
                <a16:creationId xmlns:a16="http://schemas.microsoft.com/office/drawing/2014/main" id="{96CC69A5-15A1-8D1A-828A-F3DB89BCC4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4E98AFD-8E5F-28C9-27CE-412B91100D75}"/>
              </a:ext>
            </a:extLst>
          </p:cNvPr>
          <p:cNvSpPr txBox="1"/>
          <p:nvPr userDrawn="1"/>
        </p:nvSpPr>
        <p:spPr>
          <a:xfrm>
            <a:off x="9153624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0335D030-887A-C28F-4E39-785BD47AF4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b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Presentation</a:t>
            </a:r>
            <a:endParaRPr lang="da-DK" dirty="0"/>
          </a:p>
        </p:txBody>
      </p:sp>
      <p:sp>
        <p:nvSpPr>
          <p:cNvPr id="54" name="Subtitle 2">
            <a:extLst>
              <a:ext uri="{FF2B5EF4-FFF2-40B4-BE49-F238E27FC236}">
                <a16:creationId xmlns:a16="http://schemas.microsoft.com/office/drawing/2014/main" id="{BAB42921-CB9D-0CA8-4354-47C3636B888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68593" y="3869991"/>
            <a:ext cx="4274372" cy="165576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da-DK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530C169-F839-D8D6-E363-E3F9E0F9BF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19949" y="3045048"/>
            <a:ext cx="2287449" cy="2287449"/>
          </a:xfrm>
          <a:prstGeom prst="rect">
            <a:avLst/>
          </a:prstGeom>
        </p:spPr>
      </p:pic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ABCDB725-E0E1-2214-91DB-15A3452E3B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5313" y="6362601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03/26/26</a:t>
            </a:r>
          </a:p>
        </p:txBody>
      </p:sp>
    </p:spTree>
    <p:extLst>
      <p:ext uri="{BB962C8B-B14F-4D97-AF65-F5344CB8AC3E}">
        <p14:creationId xmlns:p14="http://schemas.microsoft.com/office/powerpoint/2010/main" val="472690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A5260C-3747-1A48-FF69-9DC4DB5C2F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  <a:endParaRPr lang="da-DK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50D826A-62A5-8B29-F0F2-D32025599B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104502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5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C3F8E2-67C1-F600-68C7-5CB6CB3603D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8DB2AFB-BDB9-DC7E-47A2-5CBCD33AB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104502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0883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C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C3F8E2-67C1-F600-68C7-5CB6CB3603D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27568F4-4F79-0520-00A7-D5657BFF29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104502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6794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D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C3F8E2-67C1-F600-68C7-5CB6CB3603D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8458AA3-5F16-7BE6-75AA-809018FC85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104502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2056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C3F8E2-67C1-F600-68C7-5CB6CB3603D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9CBD583-E8BC-1684-9A4D-D61DA8E2B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104502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4384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9D8D8B9-3FC0-1D35-2201-FF21996F15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4416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FCC4C38-DB1B-4F2E-1D56-2EB5F09FA8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8791" y="6092792"/>
            <a:ext cx="765208" cy="765208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0FA01BA8-29C5-1CA4-DA9F-B655031C117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1675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C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FE3B195-718B-4FE4-4ACC-18445D6FCAC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9517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D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4E88701-8616-46D6-355A-F93A7E4C1CE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8444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5A0D0A1-65EA-D307-0653-736966C6A7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6717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F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F37AC05-69BD-5ECB-E910-329BB4BECC4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684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G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76D83AD-EB3A-947A-DD57-E1F504755B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0575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A 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1FDE4A3-2B5D-2979-84ED-4A9F58316F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955" y="1555030"/>
            <a:ext cx="10651609" cy="2911151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Short sentence or heading goes here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B524272-691E-6748-D983-B7C5477431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9265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ABE262D-425E-A627-59E8-C645523922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955" y="1555030"/>
            <a:ext cx="10651609" cy="2911151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Short sentence or heading goes here</a:t>
            </a:r>
            <a:endParaRPr lang="da-DK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D30CC7C-4F06-FADC-1A66-828E915D08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9711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C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5CBD5DD-DBA2-063D-0F27-1F6566E92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955" y="1555030"/>
            <a:ext cx="10651609" cy="2911151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Short sentence or heading goes here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453E9A9-822C-14DB-520A-7AC5B63C0F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8880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D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CABD480-0343-F735-3C49-E3358EA6A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955" y="1555030"/>
            <a:ext cx="10651609" cy="2911151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Short sentence or heading goes here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92C5E13-4D18-F97F-4BD7-CE102825B6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8892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2CE63A1-DC69-F078-A35E-2167775732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955" y="1555030"/>
            <a:ext cx="10651609" cy="2911151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Short sentence or heading goes here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02D6063-53E7-27C3-F781-5ABB7E4D7F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8250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F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0A17399-9BD0-523C-1FEE-D664AC4660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955" y="1555030"/>
            <a:ext cx="10651609" cy="2911151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Short sentence or heading goes here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5BCD445-0957-A256-EECC-A3316F8B392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2878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G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D2D939D-63F7-865B-C976-416405CC07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955" y="1555030"/>
            <a:ext cx="10651609" cy="2911151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Short sentence or heading goes here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8262F06-461B-7CE9-54A8-10D872DC35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06790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D9690D3-D89E-4246-0111-2EF9D8C0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43CDBA8-370B-4C83-D6FD-E3AD1538A6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6000" y="1662932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C9BA9F0-9D69-C5FC-89C4-F394B63337D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1925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014E5C8-09EE-2E74-3AC3-FB68FF97A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92A89F2-ABFB-D6F6-C9E1-103749B46675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6000" y="1662932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E2E1A46-8BBA-4D2B-7AFC-C9E58000FF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7488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 C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D9690D3-D89E-4246-0111-2EF9D8C0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43CDBA8-370B-4C83-D6FD-E3AD1538A6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6000" y="1662932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5D34725-67E9-2352-B0E7-B41E8E95B7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1735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 D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D9690D3-D89E-4246-0111-2EF9D8C0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43CDBA8-370B-4C83-D6FD-E3AD1538A6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6000" y="1662932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B9F4DD3-6674-0039-A599-0CE7F22F50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19932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 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D9690D3-D89E-4246-0111-2EF9D8C0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43CDBA8-370B-4C83-D6FD-E3AD1538A6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6000" y="1662932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68DAAF9-5E39-98E7-F14D-747F0BBD10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2350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 F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D9690D3-D89E-4246-0111-2EF9D8C0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43CDBA8-370B-4C83-D6FD-E3AD1538A6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6000" y="1662932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0639059-1F52-C7BB-7EAC-E0FDC8F720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5784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 G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D9690D3-D89E-4246-0111-2EF9D8C0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43CDBA8-370B-4C83-D6FD-E3AD1538A6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6000" y="1662932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145462-C34A-BED5-9AEE-1232875B30F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85469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grid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3082" y="641929"/>
            <a:ext cx="551418" cy="3308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D9267F0-523B-45CB-FC68-E9A35865FB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86962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grid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3082" y="641929"/>
            <a:ext cx="551418" cy="3308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63A1608-C6FD-DA86-633E-9226590BC0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8777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D9690D3-D89E-4246-0111-2EF9D8C0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539C3A8-ED20-DDD4-8A01-63C9CB05C3D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EB95A5F-FF9F-E938-57C4-44CC7F06F268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096000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775231D-5825-AE5F-F6E9-6F8E2182751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0491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8181034-E3E1-75D0-C431-AA4133ABA7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030BEC4E-5BCE-7935-6F1B-D8768BAA6F0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3C1C935B-F6A1-EFE5-8326-553BC443EA41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096000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2F92A121-3817-6CDB-8639-23F65CFE1C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53263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hite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B5D5D8A-DD8D-2E4F-8D01-4E0A7F8035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9BF6E51F-4141-82B6-B041-320633DF23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5862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hite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EA312D6-893F-BC34-F08C-CC9CE97619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C9E743B2-3D49-7881-AB8A-D5203F599C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1080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Icon White C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AAF7DFD-008C-0D6F-0FFD-C4A218C297A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1AA4738-13C1-E9B0-5107-B536BC6697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21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hite D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278443A-73D1-0D2C-1C51-643CD2352E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C6CD182C-6915-C7DA-4FF3-44DA8D39B74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31331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hite 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B3DFFFF-F7E0-36FE-28A5-ADCBE03A2C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298F575-F6C3-4A3B-49B4-0C7330DAB3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2069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hite F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67419FD-09A1-A531-34D0-CAC1509EDCE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DE1B426F-DD88-00CD-E103-3FABF8D602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67295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hite G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41F3B4-D3BE-3B57-52E0-52E28CDE9E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B194A138-D15A-F939-5D1A-8F8FEBB4DC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16563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hite H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46B35FF-1398-8DC8-469B-3AFAF28144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25505BC-4923-1951-45F5-364788D815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18560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hite I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453B466-B63B-B2D6-4A24-D9A356FB16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E53A806-40E7-FE6A-B358-5E0E8E91AE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50122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hite J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2557407-0374-0028-45C8-B37D4D3DA3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40BA264-2513-C9DE-734C-34DFA09134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6098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hite K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09C8EC9-2F57-520C-B591-A38C05A350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112696B-EA57-4144-3932-ABFCB46787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5564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AE8BA21-5D16-8432-E8A6-0028AE0B24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5D97242-D74A-C9B0-3AC3-8997D6232B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02634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C0C72E2-CA94-2C02-E576-B4D4DD2664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9D17669-5088-0A5A-6FF9-1549FF7798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68542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C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F33749D-F1CA-2D64-4675-6A42F479C1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D1971A98-1436-848F-7FD5-6DAD06194B7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28612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D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D545055-BF98-A504-5F81-C3A9B099A18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9F33D7F-9938-70A4-58D1-50718DE9B6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88407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B107AFC-AF52-BF34-98DC-509926A42C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C5524868-8A0A-3732-4DB1-151E6E3027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20810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F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9D4638C-4099-7E91-8A9F-2B188B83173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B64CF0C6-15A2-CBB7-245C-4310BAD28D3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0215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G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BE28E1A-01BF-6719-3F25-FF7ABB48F7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41667DF-7E1E-2301-FB33-922A8FB34CE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10429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H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940A802-5D9F-1519-2C0B-11928977F6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F4D4787-336D-A563-49B9-CB7CCCE7E3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1507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I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3FF3C0C-2A81-C3E0-D31F-91BA368DD3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3316DCF-2620-8B94-4F00-EED9AFD276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63080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J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31653F-E472-6512-321F-4F68D0CC822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B681B1B4-38CC-908D-9528-DA147FD9A1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16300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K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B722B38-9A64-41B2-79D5-F4CEC98881E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DA1D2F77-6734-54AB-A783-0E2FD44A39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15776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pattern 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3E2175-DA75-77B5-59CC-5A4AC30464AC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B0510-B3EF-E251-D8D0-D3F0A9F01BD9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0F712B7-4C2B-8D9F-04E7-2F3D4A48E0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C2FDFEB-1893-6CEA-F0D2-F4AEFEF3A14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D68DBCD-5D3C-28D6-0448-CC99694256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3082" y="641929"/>
            <a:ext cx="551418" cy="330851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0089FF38-D3D0-0BCD-2BC7-3B564A3326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93561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pattern 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3E2175-DA75-77B5-59CC-5A4AC30464AC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B0510-B3EF-E251-D8D0-D3F0A9F01BD9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45F83A6-FF30-3248-929C-CCAFC26066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6BD40D6-AD00-E016-C96F-EEBB45826A2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BC60BC7-0C50-10FB-7151-EA11F40EF2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3082" y="641929"/>
            <a:ext cx="551418" cy="330851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45F5C516-8FF0-EF01-997B-C5520A81F4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28254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pattern 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3E2175-DA75-77B5-59CC-5A4AC30464AC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B0510-B3EF-E251-D8D0-D3F0A9F01BD9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0F712B7-4C2B-8D9F-04E7-2F3D4A48E0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C2FDFEB-1893-6CEA-F0D2-F4AEFEF3A14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4A2351E-7C3E-B385-7FE6-B397F31ABDB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3082" y="641929"/>
            <a:ext cx="551418" cy="33085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24C7F4FC-A2F2-7EC3-3DB4-16CCBBEEF8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74008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pattern 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3E2175-DA75-77B5-59CC-5A4AC30464AC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B0510-B3EF-E251-D8D0-D3F0A9F01BD9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45F83A6-FF30-3248-929C-CCAFC26066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6BD40D6-AD00-E016-C96F-EEBB45826A2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56E0BE9-9E69-F008-442C-DC7C55E13B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3082" y="641929"/>
            <a:ext cx="551418" cy="33085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687169C8-D397-5C40-8586-7E55F3462E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59343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grid image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3E2175-DA75-77B5-59CC-5A4AC30464AC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B0510-B3EF-E251-D8D0-D3F0A9F01BD9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61715CB-C1BE-A469-26C3-2B34ECCD24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F22719-D113-906F-557A-AB07F5296749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6D71B1E-50D4-E0C7-E22E-4757F4CEEE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6AE92D56-60D0-B4E4-B0BF-E1CAF0C620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274705-ACEB-0B82-894F-D6448045AE8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294" t="10290" r="1200" b="15914"/>
          <a:stretch>
            <a:fillRect/>
          </a:stretch>
        </p:blipFill>
        <p:spPr>
          <a:xfrm>
            <a:off x="8384028" y="1527175"/>
            <a:ext cx="3041734" cy="304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78691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grid image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3E2175-DA75-77B5-59CC-5A4AC30464AC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B0510-B3EF-E251-D8D0-D3F0A9F01BD9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E4AEC06-17CE-587F-3EEA-B146F34E63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E541615-0BCE-7718-694F-1F60475D6F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A1C7BC6-053F-C22C-41D0-7484276C71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D140CC72-8E17-D6BD-AE8E-F123B7E89C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AC26B89-C9D2-0390-6C72-C0DCFECD325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294" t="10290" r="1200" b="15914"/>
          <a:stretch>
            <a:fillRect/>
          </a:stretch>
        </p:blipFill>
        <p:spPr>
          <a:xfrm>
            <a:off x="8384028" y="1527175"/>
            <a:ext cx="3041734" cy="304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30285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image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3E2175-DA75-77B5-59CC-5A4AC30464AC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B0510-B3EF-E251-D8D0-D3F0A9F01BD9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1CB3C19-D281-35C5-CFD4-92091B9DF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180F6F-B874-9956-A39D-B09B7463E46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36E2B1E-49B7-C6D5-A990-D802C44B16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E34E015-13B4-70B3-C7CB-3AC79D6320A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1090" y="6361822"/>
            <a:ext cx="402152" cy="2412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BC4B44-61F1-C579-6A50-C0B2E7592FA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14229" b="583"/>
          <a:stretch>
            <a:fillRect/>
          </a:stretch>
        </p:blipFill>
        <p:spPr>
          <a:xfrm>
            <a:off x="7615707" y="0"/>
            <a:ext cx="4576292" cy="609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59453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image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1BEE1858-6798-7E28-BEE5-466468BC38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1090" y="6361822"/>
            <a:ext cx="402152" cy="2412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3E2175-DA75-77B5-59CC-5A4AC30464AC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B0510-B3EF-E251-D8D0-D3F0A9F01BD9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D9C90D3-135E-F448-A122-BA9C3BDB75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8E81F9-9990-F54B-612C-58FAC23431C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5C1FF32-B384-59B9-5A4F-F418B697F7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46D606-802A-37E5-4599-45C76CC22C4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14229" b="583"/>
          <a:stretch>
            <a:fillRect/>
          </a:stretch>
        </p:blipFill>
        <p:spPr>
          <a:xfrm>
            <a:off x="7615707" y="0"/>
            <a:ext cx="4576292" cy="609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07311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eps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707F580-E3F9-3306-8AED-131FACA8ED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8417" y="6099863"/>
            <a:ext cx="765208" cy="76520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65C755B-2397-4960-DCD7-B14B849136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2438319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7B583AC2-54F2-EF5E-2E91-E262AE615D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26921" y="6361822"/>
            <a:ext cx="402152" cy="24129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F1C2AE4-5A69-065F-6BFC-FD9B86124C4F}"/>
              </a:ext>
            </a:extLst>
          </p:cNvPr>
          <p:cNvSpPr txBox="1"/>
          <p:nvPr userDrawn="1"/>
        </p:nvSpPr>
        <p:spPr>
          <a:xfrm>
            <a:off x="9153625" y="6367225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42A5263-1D63-3D5A-A7C4-C4F4C28C0A6D}"/>
              </a:ext>
            </a:extLst>
          </p:cNvPr>
          <p:cNvSpPr txBox="1"/>
          <p:nvPr userDrawn="1"/>
        </p:nvSpPr>
        <p:spPr>
          <a:xfrm>
            <a:off x="0" y="6367225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593DC6-09A5-3E63-B78C-447C2630A939}"/>
              </a:ext>
            </a:extLst>
          </p:cNvPr>
          <p:cNvSpPr txBox="1"/>
          <p:nvPr userDrawn="1"/>
        </p:nvSpPr>
        <p:spPr>
          <a:xfrm>
            <a:off x="30477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C15F13-335C-7AE7-6247-A4B72151C009}"/>
              </a:ext>
            </a:extLst>
          </p:cNvPr>
          <p:cNvSpPr txBox="1"/>
          <p:nvPr userDrawn="1"/>
        </p:nvSpPr>
        <p:spPr>
          <a:xfrm>
            <a:off x="6096000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731ECE-D9AB-E01A-D432-C3532BBF95DA}"/>
              </a:ext>
            </a:extLst>
          </p:cNvPr>
          <p:cNvSpPr txBox="1"/>
          <p:nvPr userDrawn="1"/>
        </p:nvSpPr>
        <p:spPr>
          <a:xfrm>
            <a:off x="91439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6EF314-A183-D9CE-2D5E-B0D23CFA0116}"/>
              </a:ext>
            </a:extLst>
          </p:cNvPr>
          <p:cNvSpPr txBox="1"/>
          <p:nvPr userDrawn="1"/>
        </p:nvSpPr>
        <p:spPr>
          <a:xfrm>
            <a:off x="30477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3D6D1E-03F8-3190-4871-764F4BFE73A9}"/>
              </a:ext>
            </a:extLst>
          </p:cNvPr>
          <p:cNvSpPr txBox="1"/>
          <p:nvPr userDrawn="1"/>
        </p:nvSpPr>
        <p:spPr>
          <a:xfrm>
            <a:off x="6096000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77ECD4-23FF-E32B-F1E7-50CB2CB2BAEB}"/>
              </a:ext>
            </a:extLst>
          </p:cNvPr>
          <p:cNvSpPr txBox="1"/>
          <p:nvPr userDrawn="1"/>
        </p:nvSpPr>
        <p:spPr>
          <a:xfrm>
            <a:off x="91439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06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F714C19D-D92A-BC23-911C-03ACE8388D6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08112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01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8DF2322F-A173-5A5F-C9E2-EFD74D260A33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162501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02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49AF63F0-9906-02BC-70D6-989C291780E8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9216890" y="2509614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03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D61EAD2C-1394-05C8-49B2-639EB96F92EA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3108112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04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36B30064-3635-332E-F7CE-FAAB7642E613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162501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05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A49DF716-6AF4-1B07-92A2-AE3CB6B209C3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9216890" y="5561327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06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5A914B4-22D6-BB71-A29E-73ADB51AE8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1807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eps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5012EBC-129F-FE48-AE0F-19EE2BB1ED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2438319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67D85E-7BB9-2701-372D-3CDF84A46136}"/>
              </a:ext>
            </a:extLst>
          </p:cNvPr>
          <p:cNvSpPr txBox="1"/>
          <p:nvPr userDrawn="1"/>
        </p:nvSpPr>
        <p:spPr>
          <a:xfrm>
            <a:off x="30477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812686-29EC-E621-F1DD-D6BF796B572E}"/>
              </a:ext>
            </a:extLst>
          </p:cNvPr>
          <p:cNvSpPr txBox="1"/>
          <p:nvPr userDrawn="1"/>
        </p:nvSpPr>
        <p:spPr>
          <a:xfrm>
            <a:off x="6096000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A98C2B-1877-156E-0E33-E568F106E0DE}"/>
              </a:ext>
            </a:extLst>
          </p:cNvPr>
          <p:cNvSpPr txBox="1"/>
          <p:nvPr userDrawn="1"/>
        </p:nvSpPr>
        <p:spPr>
          <a:xfrm>
            <a:off x="91439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C2CA2C-A62B-8A3A-8910-D87BBDC8E693}"/>
              </a:ext>
            </a:extLst>
          </p:cNvPr>
          <p:cNvSpPr txBox="1"/>
          <p:nvPr userDrawn="1"/>
        </p:nvSpPr>
        <p:spPr>
          <a:xfrm>
            <a:off x="30477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E7F72F-70FF-86A9-D421-9769D7F264D9}"/>
              </a:ext>
            </a:extLst>
          </p:cNvPr>
          <p:cNvSpPr txBox="1"/>
          <p:nvPr userDrawn="1"/>
        </p:nvSpPr>
        <p:spPr>
          <a:xfrm>
            <a:off x="6096000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4CD98C-F648-0874-2697-83556BE0E795}"/>
              </a:ext>
            </a:extLst>
          </p:cNvPr>
          <p:cNvSpPr txBox="1"/>
          <p:nvPr userDrawn="1"/>
        </p:nvSpPr>
        <p:spPr>
          <a:xfrm>
            <a:off x="91439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06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43106B6-F2C6-687E-A996-A8D0844ED09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08112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01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4915FB18-6E56-B4E0-BCCC-81A7547959DA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162501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02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C12E3D23-FB30-A2D8-26D7-D77DC203A8C9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9216890" y="2509614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03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0683FDC0-CD99-D86B-2028-4486E3DE8A6A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3108112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04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E554B0A2-71E3-F90A-C47D-A4FC6F07DBBA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162501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05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51A6B975-F791-EC2F-837B-EC3C84FD88A1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9216890" y="5561327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06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CC082E-5EBD-76DE-8D1A-853CA894BE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8C4A0D71-DA2A-EA3D-5057-E05C88D7BC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6921" y="6361822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28984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eps C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5012EBC-129F-FE48-AE0F-19EE2BB1ED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2438319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CDE4F0-794A-FC7F-0C7F-DACEDE6B3C12}"/>
              </a:ext>
            </a:extLst>
          </p:cNvPr>
          <p:cNvSpPr txBox="1"/>
          <p:nvPr userDrawn="1"/>
        </p:nvSpPr>
        <p:spPr>
          <a:xfrm>
            <a:off x="30477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BE6176-58B7-BFFD-899E-5520DA1B6C9E}"/>
              </a:ext>
            </a:extLst>
          </p:cNvPr>
          <p:cNvSpPr txBox="1"/>
          <p:nvPr userDrawn="1"/>
        </p:nvSpPr>
        <p:spPr>
          <a:xfrm>
            <a:off x="6096000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7B128A-61E1-17CF-CC43-AE37DB9CB20E}"/>
              </a:ext>
            </a:extLst>
          </p:cNvPr>
          <p:cNvSpPr txBox="1"/>
          <p:nvPr userDrawn="1"/>
        </p:nvSpPr>
        <p:spPr>
          <a:xfrm>
            <a:off x="91439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62DAA5-3D43-72A3-D107-D20F32DA9A9B}"/>
              </a:ext>
            </a:extLst>
          </p:cNvPr>
          <p:cNvSpPr txBox="1"/>
          <p:nvPr userDrawn="1"/>
        </p:nvSpPr>
        <p:spPr>
          <a:xfrm>
            <a:off x="30477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6FF82A-AAC5-1673-1B85-B36C8EEEA7DC}"/>
              </a:ext>
            </a:extLst>
          </p:cNvPr>
          <p:cNvSpPr txBox="1"/>
          <p:nvPr userDrawn="1"/>
        </p:nvSpPr>
        <p:spPr>
          <a:xfrm>
            <a:off x="6096000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C55AC3-9D6D-BCE3-BD5E-D26824C49596}"/>
              </a:ext>
            </a:extLst>
          </p:cNvPr>
          <p:cNvSpPr txBox="1"/>
          <p:nvPr userDrawn="1"/>
        </p:nvSpPr>
        <p:spPr>
          <a:xfrm>
            <a:off x="91439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06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9EF2F901-536B-D057-9778-1172B2E642B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08112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01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16770CBE-9881-7355-582D-061D97FAB280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162501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02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13ADC0F1-2968-8FD1-F030-77A0B664F63A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9216890" y="2509614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03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9CE9A461-EBC0-2D00-7A10-5DA246DAF408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3108112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04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1E183A25-3663-CA9D-4936-3F307CFC241A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162501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05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7DCF528-D324-2F8A-33DB-8F83741431D6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9216890" y="5561327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06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552948D1-7D8C-52F8-911E-3F63C2481E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FA14D1C0-169D-B943-DA6F-016DA7B411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6921" y="6361822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3583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eps D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5012EBC-129F-FE48-AE0F-19EE2BB1ED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2438319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C1F0E2-2DE2-BEB4-5FFE-50CD57D0C3CC}"/>
              </a:ext>
            </a:extLst>
          </p:cNvPr>
          <p:cNvSpPr txBox="1"/>
          <p:nvPr userDrawn="1"/>
        </p:nvSpPr>
        <p:spPr>
          <a:xfrm>
            <a:off x="30477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C84236-65F1-C1D0-E328-FEA2706B5FC4}"/>
              </a:ext>
            </a:extLst>
          </p:cNvPr>
          <p:cNvSpPr txBox="1"/>
          <p:nvPr userDrawn="1"/>
        </p:nvSpPr>
        <p:spPr>
          <a:xfrm>
            <a:off x="6096000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10E856-95B1-4B21-016D-8AFADA0AE24C}"/>
              </a:ext>
            </a:extLst>
          </p:cNvPr>
          <p:cNvSpPr txBox="1"/>
          <p:nvPr userDrawn="1"/>
        </p:nvSpPr>
        <p:spPr>
          <a:xfrm>
            <a:off x="91439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EC22D2-0CC4-F729-CC94-DF7EC63AD935}"/>
              </a:ext>
            </a:extLst>
          </p:cNvPr>
          <p:cNvSpPr txBox="1"/>
          <p:nvPr userDrawn="1"/>
        </p:nvSpPr>
        <p:spPr>
          <a:xfrm>
            <a:off x="30477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503718-5CD1-D2E2-5484-0BCE71111FA9}"/>
              </a:ext>
            </a:extLst>
          </p:cNvPr>
          <p:cNvSpPr txBox="1"/>
          <p:nvPr userDrawn="1"/>
        </p:nvSpPr>
        <p:spPr>
          <a:xfrm>
            <a:off x="6096000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EC8EF1-EA1E-13F8-567A-B1A4ED9C9569}"/>
              </a:ext>
            </a:extLst>
          </p:cNvPr>
          <p:cNvSpPr txBox="1"/>
          <p:nvPr userDrawn="1"/>
        </p:nvSpPr>
        <p:spPr>
          <a:xfrm>
            <a:off x="91439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06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3C41345-4A3C-ED32-334C-2DB16827BE1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08112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01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0BE6A78-E226-379F-BA4C-9CA763819783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162501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02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6FDE8A50-DE1D-FCEA-A344-D38AC583173D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9216890" y="2509614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03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1354D20-09E2-7938-F3D5-823E1A4C73A7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3108112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04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4A53CDEB-2EEB-EAEB-AE99-91ADE34B7EBC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162501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05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1DDA8FB-1D43-18E9-16BC-8DE4D85E5A39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9216890" y="5561327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06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8FCAD366-1D38-DC91-D0A7-8E55B3DE60B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DF68136E-97E5-5E56-E46A-5B832F33B3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6921" y="6361822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92353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eps 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5012EBC-129F-FE48-AE0F-19EE2BB1ED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2438319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62B21E-234B-5D3C-4EB4-810B52F33229}"/>
              </a:ext>
            </a:extLst>
          </p:cNvPr>
          <p:cNvSpPr txBox="1"/>
          <p:nvPr userDrawn="1"/>
        </p:nvSpPr>
        <p:spPr>
          <a:xfrm>
            <a:off x="30477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634355-90DC-0BC4-1536-5BE708AC3433}"/>
              </a:ext>
            </a:extLst>
          </p:cNvPr>
          <p:cNvSpPr txBox="1"/>
          <p:nvPr userDrawn="1"/>
        </p:nvSpPr>
        <p:spPr>
          <a:xfrm>
            <a:off x="6096000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B5D8D4-9CEB-B19A-270C-9265E0F17CFF}"/>
              </a:ext>
            </a:extLst>
          </p:cNvPr>
          <p:cNvSpPr txBox="1"/>
          <p:nvPr userDrawn="1"/>
        </p:nvSpPr>
        <p:spPr>
          <a:xfrm>
            <a:off x="91439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454B30-D7A3-0A57-53E2-4ADE0822CE23}"/>
              </a:ext>
            </a:extLst>
          </p:cNvPr>
          <p:cNvSpPr txBox="1"/>
          <p:nvPr userDrawn="1"/>
        </p:nvSpPr>
        <p:spPr>
          <a:xfrm>
            <a:off x="30477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3B5664-05B3-5C1D-06C1-35F8E6D227AF}"/>
              </a:ext>
            </a:extLst>
          </p:cNvPr>
          <p:cNvSpPr txBox="1"/>
          <p:nvPr userDrawn="1"/>
        </p:nvSpPr>
        <p:spPr>
          <a:xfrm>
            <a:off x="6096000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4508C2-EE2D-6FD3-58DB-5E35E624FFDD}"/>
              </a:ext>
            </a:extLst>
          </p:cNvPr>
          <p:cNvSpPr txBox="1"/>
          <p:nvPr userDrawn="1"/>
        </p:nvSpPr>
        <p:spPr>
          <a:xfrm>
            <a:off x="91439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06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66899079-C282-89F8-6EB5-E67BA020D46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08112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01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68977ED-7E8F-39AA-C27A-61AD5F517605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162501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02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230DECA-C5FC-12A5-E54D-B39D3DED740F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9216890" y="2509614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03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1521103-C7FB-1077-0F09-6ABA2E3C91B5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3108112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04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7C69813-CAF5-294C-2729-3AFC400096E6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162501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05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F7A4379-1E65-7456-C2B8-6B377288B52A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9216890" y="5561327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06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FB53AF7D-3E9B-6167-EE15-5015A5515C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37CE139E-4CE7-47AE-0FAC-7B7D4E2922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6921" y="6361822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91434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eps F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5012EBC-129F-FE48-AE0F-19EE2BB1ED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2438319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A3870B6-9B5A-70F4-076A-80BDA87C0044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208318" y="2143174"/>
            <a:ext cx="2799047" cy="76520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Learning kicks off your journey! Attend a User Group meeting, Community Day, Summit, and/or upskilling session.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DBA6D8-A9F3-11A2-8A80-DDB689B8BBE7}"/>
              </a:ext>
            </a:extLst>
          </p:cNvPr>
          <p:cNvSpPr txBox="1"/>
          <p:nvPr userDrawn="1"/>
        </p:nvSpPr>
        <p:spPr>
          <a:xfrm>
            <a:off x="6208317" y="138501"/>
            <a:ext cx="106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FFAD15-38F3-3412-6864-F2B15FDF0B5F}"/>
              </a:ext>
            </a:extLst>
          </p:cNvPr>
          <p:cNvSpPr txBox="1"/>
          <p:nvPr userDrawn="1"/>
        </p:nvSpPr>
        <p:spPr>
          <a:xfrm>
            <a:off x="9251062" y="138501"/>
            <a:ext cx="106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02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182D385-45AD-B207-BE22-C0281D054EB6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9251062" y="2301766"/>
            <a:ext cx="2799047" cy="6066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Build a Core Team and organize your first event. Draft a calendar of events for the coming year.</a:t>
            </a:r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FF3CFB2-0E67-5F09-A6DC-7126ED764E3C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6208318" y="5339255"/>
            <a:ext cx="2799047" cy="60933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Host more Club events with your Core Team. Start thinking about your next leadership.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936987-AE76-23C9-8662-D3995743236E}"/>
              </a:ext>
            </a:extLst>
          </p:cNvPr>
          <p:cNvSpPr txBox="1"/>
          <p:nvPr userDrawn="1"/>
        </p:nvSpPr>
        <p:spPr>
          <a:xfrm>
            <a:off x="6208317" y="3178706"/>
            <a:ext cx="106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03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EA7BC3D-8C18-95A9-F966-EB82040A4875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9251063" y="5160579"/>
            <a:ext cx="2799047" cy="78800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Host a Student Community Day with nearby Captains. Transition leadership. Introduce yourself to a User Group Leader.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3D6056-708D-756B-6B17-CC8EBC7678AB}"/>
              </a:ext>
            </a:extLst>
          </p:cNvPr>
          <p:cNvSpPr txBox="1"/>
          <p:nvPr userDrawn="1"/>
        </p:nvSpPr>
        <p:spPr>
          <a:xfrm>
            <a:off x="9251062" y="3178706"/>
            <a:ext cx="106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04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4724EAF2-7703-B86C-2540-3F947061CE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91D20F3A-A794-9FCA-5EC9-37808CDB09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77143" y="6366752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55529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eps G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5012EBC-129F-FE48-AE0F-19EE2BB1ED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2438319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2D204A8-53CE-A5E9-9180-13071D565A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77143" y="6366752"/>
            <a:ext cx="402152" cy="241291"/>
          </a:xfrm>
          <a:prstGeom prst="rect">
            <a:avLst/>
          </a:prstGeo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66C9AE78-A61D-F298-BE8A-5EAC2FBAEDA4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208318" y="2143174"/>
            <a:ext cx="2799047" cy="76520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Learning kicks off your journey! Attend a User Group meeting, Community Day, Summit, and/or upskilling session.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77B899-17D1-20DC-D0AE-5BC0B8C2C07C}"/>
              </a:ext>
            </a:extLst>
          </p:cNvPr>
          <p:cNvSpPr txBox="1"/>
          <p:nvPr userDrawn="1"/>
        </p:nvSpPr>
        <p:spPr>
          <a:xfrm>
            <a:off x="6208317" y="138501"/>
            <a:ext cx="106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ACC5E0-3F53-27A9-5C37-DB2039A45F13}"/>
              </a:ext>
            </a:extLst>
          </p:cNvPr>
          <p:cNvSpPr txBox="1"/>
          <p:nvPr userDrawn="1"/>
        </p:nvSpPr>
        <p:spPr>
          <a:xfrm>
            <a:off x="9251062" y="138501"/>
            <a:ext cx="106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02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C1C2D5D-6C86-9623-085A-21E4E3784EAD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9251062" y="2301766"/>
            <a:ext cx="2799047" cy="6066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Build a Core Team and organize your first event. Draft a calendar of events for the coming year.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1FB9D2E-CBD1-CB2E-A2EB-CBBAFF90FF9B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6208318" y="5339255"/>
            <a:ext cx="2799047" cy="60933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Host more Club events with your Core Team. Start thinking about your next leadership.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0092DC-33EF-8813-2114-597759F5E72B}"/>
              </a:ext>
            </a:extLst>
          </p:cNvPr>
          <p:cNvSpPr txBox="1"/>
          <p:nvPr userDrawn="1"/>
        </p:nvSpPr>
        <p:spPr>
          <a:xfrm>
            <a:off x="6208317" y="3178706"/>
            <a:ext cx="106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03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328E437-A037-E26C-0A14-0E476F8196D5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9251063" y="5160579"/>
            <a:ext cx="2799047" cy="78800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Host a Student Community Day with nearby Captains. Transition leadership. Introduce yourself to a User Group Leader.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6577BB-7B7B-49D9-E0EB-6F144C96E350}"/>
              </a:ext>
            </a:extLst>
          </p:cNvPr>
          <p:cNvSpPr txBox="1"/>
          <p:nvPr userDrawn="1"/>
        </p:nvSpPr>
        <p:spPr>
          <a:xfrm>
            <a:off x="9251062" y="3178706"/>
            <a:ext cx="106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04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5272665-3B05-095B-8D21-EAC88CCBEC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549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49CAB4-50F5-15E4-182E-1BDBF6629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821" y="365125"/>
            <a:ext cx="1132780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da-D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204F8F-C09E-2F52-3A6E-E313891A1B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1821" y="1825625"/>
            <a:ext cx="11327803" cy="40354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a-D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D0EBD-44FC-DD4E-D37B-0E32B5352F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9158" y="6110057"/>
            <a:ext cx="235592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  <a:latin typeface="Amazon Ember Duospace" panose="020B0509020204020204" pitchFamily="49" charset="0"/>
                <a:ea typeface="Amazon Ember Duospace" panose="020B0509020204020204" pitchFamily="49" charset="0"/>
                <a:cs typeface="Amazon Ember Duospace" panose="020B0509020204020204" pitchFamily="49" charset="0"/>
              </a:defRPr>
            </a:lvl1pPr>
          </a:lstStyle>
          <a:p>
            <a:r>
              <a:rPr lang="da-DK"/>
              <a:t>This is a footer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BF31D-A076-52FB-9AB9-7FC4D327D9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906927" y="6165813"/>
            <a:ext cx="1204857" cy="3159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  <a:latin typeface="Amazon Ember Duospace" panose="020B0509020204020204" pitchFamily="49" charset="0"/>
                <a:ea typeface="Amazon Ember Duospace" panose="020B0509020204020204" pitchFamily="49" charset="0"/>
                <a:cs typeface="Amazon Ember Duospace" panose="020B0509020204020204" pitchFamily="49" charset="0"/>
              </a:defRPr>
            </a:lvl1pPr>
          </a:lstStyle>
          <a:p>
            <a:fld id="{7B5FACC5-58C6-DE4A-AF16-603A520A00DE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654627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85" r:id="rId2"/>
    <p:sldLayoutId id="2147483786" r:id="rId3"/>
    <p:sldLayoutId id="2147483787" r:id="rId4"/>
    <p:sldLayoutId id="2147483788" r:id="rId5"/>
    <p:sldLayoutId id="2147483784" r:id="rId6"/>
    <p:sldLayoutId id="2147483789" r:id="rId7"/>
    <p:sldLayoutId id="2147483790" r:id="rId8"/>
    <p:sldLayoutId id="2147483791" r:id="rId9"/>
    <p:sldLayoutId id="2147483792" r:id="rId10"/>
    <p:sldLayoutId id="2147483754" r:id="rId11"/>
    <p:sldLayoutId id="2147483780" r:id="rId12"/>
    <p:sldLayoutId id="2147483781" r:id="rId13"/>
    <p:sldLayoutId id="2147483782" r:id="rId14"/>
    <p:sldLayoutId id="2147483783" r:id="rId15"/>
    <p:sldLayoutId id="2147483760" r:id="rId16"/>
    <p:sldLayoutId id="2147483794" r:id="rId17"/>
    <p:sldLayoutId id="2147483795" r:id="rId18"/>
    <p:sldLayoutId id="2147483796" r:id="rId19"/>
    <p:sldLayoutId id="2147483797" r:id="rId20"/>
    <p:sldLayoutId id="2147483798" r:id="rId21"/>
    <p:sldLayoutId id="2147483799" r:id="rId22"/>
    <p:sldLayoutId id="2147483800" r:id="rId23"/>
    <p:sldLayoutId id="2147483801" r:id="rId24"/>
    <p:sldLayoutId id="2147483802" r:id="rId25"/>
    <p:sldLayoutId id="2147483803" r:id="rId26"/>
    <p:sldLayoutId id="2147483804" r:id="rId27"/>
    <p:sldLayoutId id="2147483805" r:id="rId28"/>
    <p:sldLayoutId id="2147483806" r:id="rId29"/>
    <p:sldLayoutId id="2147483762" r:id="rId30"/>
    <p:sldLayoutId id="2147483761" r:id="rId31"/>
    <p:sldLayoutId id="2147483807" r:id="rId32"/>
    <p:sldLayoutId id="2147483808" r:id="rId33"/>
    <p:sldLayoutId id="2147483809" r:id="rId34"/>
    <p:sldLayoutId id="2147483810" r:id="rId35"/>
    <p:sldLayoutId id="2147483811" r:id="rId36"/>
    <p:sldLayoutId id="2147483812" r:id="rId37"/>
    <p:sldLayoutId id="2147483813" r:id="rId38"/>
    <p:sldLayoutId id="2147483836" r:id="rId39"/>
    <p:sldLayoutId id="2147483837" r:id="rId40"/>
    <p:sldLayoutId id="2147483814" r:id="rId41"/>
    <p:sldLayoutId id="2147483816" r:id="rId42"/>
    <p:sldLayoutId id="2147483817" r:id="rId43"/>
    <p:sldLayoutId id="2147483818" r:id="rId44"/>
    <p:sldLayoutId id="2147483819" r:id="rId45"/>
    <p:sldLayoutId id="2147483820" r:id="rId46"/>
    <p:sldLayoutId id="2147483821" r:id="rId47"/>
    <p:sldLayoutId id="2147483822" r:id="rId48"/>
    <p:sldLayoutId id="2147483823" r:id="rId49"/>
    <p:sldLayoutId id="2147483824" r:id="rId50"/>
    <p:sldLayoutId id="2147483825" r:id="rId51"/>
    <p:sldLayoutId id="2147483815" r:id="rId52"/>
    <p:sldLayoutId id="2147483826" r:id="rId53"/>
    <p:sldLayoutId id="2147483827" r:id="rId54"/>
    <p:sldLayoutId id="2147483828" r:id="rId55"/>
    <p:sldLayoutId id="2147483829" r:id="rId56"/>
    <p:sldLayoutId id="2147483830" r:id="rId57"/>
    <p:sldLayoutId id="2147483831" r:id="rId58"/>
    <p:sldLayoutId id="2147483832" r:id="rId59"/>
    <p:sldLayoutId id="2147483833" r:id="rId60"/>
    <p:sldLayoutId id="2147483834" r:id="rId61"/>
    <p:sldLayoutId id="2147483835" r:id="rId62"/>
    <p:sldLayoutId id="2147483777" r:id="rId63"/>
    <p:sldLayoutId id="2147483778" r:id="rId64"/>
    <p:sldLayoutId id="2147483838" r:id="rId65"/>
    <p:sldLayoutId id="2147483839" r:id="rId66"/>
    <p:sldLayoutId id="2147483775" r:id="rId67"/>
    <p:sldLayoutId id="2147483776" r:id="rId68"/>
    <p:sldLayoutId id="2147483767" r:id="rId69"/>
    <p:sldLayoutId id="2147483768" r:id="rId70"/>
    <p:sldLayoutId id="2147483759" r:id="rId71"/>
    <p:sldLayoutId id="2147483844" r:id="rId72"/>
    <p:sldLayoutId id="2147483846" r:id="rId73"/>
    <p:sldLayoutId id="2147483847" r:id="rId74"/>
    <p:sldLayoutId id="2147483848" r:id="rId75"/>
    <p:sldLayoutId id="2147483845" r:id="rId76"/>
    <p:sldLayoutId id="2147483849" r:id="rId7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tx1"/>
          </a:solidFill>
          <a:latin typeface="Amazon Ember Duospace" panose="020B0509020204020204" pitchFamily="49" charset="0"/>
          <a:ea typeface="Amazon Ember Duospace" panose="020B0509020204020204" pitchFamily="49" charset="0"/>
          <a:cs typeface="Amazon Ember Duospace" panose="020B0509020204020204" pitchFamily="49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b="0" i="0" kern="1200">
          <a:solidFill>
            <a:schemeClr val="tx1"/>
          </a:solidFill>
          <a:latin typeface="Amazon Ember Duospace" panose="020B0509020204020204" pitchFamily="49" charset="0"/>
          <a:ea typeface="Amazon Ember Duospace" panose="020B0509020204020204" pitchFamily="49" charset="0"/>
          <a:cs typeface="Amazon Ember Duospace" panose="020B0509020204020204" pitchFamily="49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64">
          <p15:clr>
            <a:srgbClr val="F26B43"/>
          </p15:clr>
        </p15:guide>
        <p15:guide id="2" pos="7392">
          <p15:clr>
            <a:srgbClr val="F26B43"/>
          </p15:clr>
        </p15:guide>
        <p15:guide id="5" orient="horz" pos="4032">
          <p15:clr>
            <a:srgbClr val="F26B43"/>
          </p15:clr>
        </p15:guide>
        <p15:guide id="6" orient="horz" pos="2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701A5-5DEA-7792-2C7E-08627E23C2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endParaRPr lang="en-US" sz="1200" i="1" dirty="0">
              <a:solidFill>
                <a:srgbClr val="000000"/>
              </a:solidFill>
              <a:highlight>
                <a:srgbClr val="FFFFFF"/>
              </a:highlight>
              <a:latin typeface="Amazon Ember Display"/>
              <a:ea typeface="Amazon Ember Display"/>
              <a:cs typeface="Amazon Ember Display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5693FD-7083-8AB8-66AF-185882566F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91572F-B2AF-9840-6257-28595CAC09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884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B4F40-7A14-0DCA-67B8-39B31F6039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3FF71F-6D61-4FF3-D6EE-C3FBBACF87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9F3853-98DD-C9CA-3459-ACD0ABCFD3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488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03442-F031-2DC1-FB6E-CEBCCDDD4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EE525-5B3A-A925-1A38-AC370305960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endParaRPr lang="en-US" dirty="0">
              <a:latin typeface="Amazon Ember Display"/>
              <a:ea typeface="Amazon Ember Display"/>
              <a:cs typeface="Amazon Ember Display"/>
            </a:endParaRPr>
          </a:p>
        </p:txBody>
      </p:sp>
    </p:spTree>
    <p:extLst>
      <p:ext uri="{BB962C8B-B14F-4D97-AF65-F5344CB8AC3E}">
        <p14:creationId xmlns:p14="http://schemas.microsoft.com/office/powerpoint/2010/main" val="534936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8F899-CF47-CE52-60BD-C2CF0BE37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95868C-B8B1-4225-30FF-0483FBFFA74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291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CC4E9-436A-0A67-C512-ACD692C0B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2D0A57-A71E-18D0-5142-75AFC8BE5EE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689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26C3E-ECFA-7F67-3678-AD57D9BD5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D4EA-4E08-40DF-1542-A6F5840F02E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160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41570-64DB-7ABF-C00F-BB68044C7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ED2D01-8D49-1D22-B031-2817B8EF831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53501E-ED72-F0A8-0CCA-09964387C20D}"/>
              </a:ext>
            </a:extLst>
          </p:cNvPr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ECCCC6-D799-D2EE-6396-6386E02EE587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76E06C-58C1-2A2B-6F8B-9846D6A4BFEA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002762-9F9B-82EB-FA6C-FD117197B5DE}"/>
              </a:ext>
            </a:extLst>
          </p:cNvPr>
          <p:cNvSpPr>
            <a:spLocks noGrp="1"/>
          </p:cNvSpPr>
          <p:nvPr>
            <p:ph type="body" sz="half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E7C75A7-5CFF-5382-F40A-0F6D4A33C3F9}"/>
              </a:ext>
            </a:extLst>
          </p:cNvPr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749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8B78A-8E31-E77C-5CE3-51D05EDB9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Short sentence or heading goes here.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319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0ED9D-62E8-A79C-D0F2-DA41FBF6B4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451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3BA93-426D-A2B4-5C05-9E4B3AF7A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0933D-01D8-739D-B8E9-A258D3E1D58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376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17E6B-D356-4DB4-F238-660E714EE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70C2C2-62B7-328D-B5E2-84D02777B08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336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C105E-0D06-D341-B870-E9FD43C90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7011F-6B69-0A9E-60A7-45DF9FBD607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764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BEFC3-425B-C90C-50A3-866EB6D04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00CAD1-A9E1-0692-CB2F-6CBB866AB72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405EBE-A48B-EE6C-3568-2A1D97CEA2F1}"/>
              </a:ext>
            </a:extLst>
          </p:cNvPr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D4034A-157D-805A-A0EC-341BCEAF9E3B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735143B-6B29-F5D7-3DE0-9A50D74DCE31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1718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44F9C-7AC6-8C97-827D-742E54399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1621669"/>
      </p:ext>
    </p:extLst>
  </p:cSld>
  <p:clrMapOvr>
    <a:masterClrMapping/>
  </p:clrMapOvr>
</p:sld>
</file>

<file path=ppt/theme/theme1.xml><?xml version="1.0" encoding="utf-8"?>
<a:theme xmlns:a="http://schemas.openxmlformats.org/drawingml/2006/main" name="Covers">
  <a:themeElements>
    <a:clrScheme name="AWS Builder">
      <a:dk1>
        <a:srgbClr val="151D25"/>
      </a:dk1>
      <a:lt1>
        <a:srgbClr val="FFFFFF"/>
      </a:lt1>
      <a:dk2>
        <a:srgbClr val="151D25"/>
      </a:dk2>
      <a:lt2>
        <a:srgbClr val="FFFFFF"/>
      </a:lt2>
      <a:accent1>
        <a:srgbClr val="151D25"/>
      </a:accent1>
      <a:accent2>
        <a:srgbClr val="FF57E9"/>
      </a:accent2>
      <a:accent3>
        <a:srgbClr val="00E582"/>
      </a:accent3>
      <a:accent4>
        <a:srgbClr val="AC5BFF"/>
      </a:accent4>
      <a:accent5>
        <a:srgbClr val="41B3FF"/>
      </a:accent5>
      <a:accent6>
        <a:srgbClr val="FF9900"/>
      </a:accent6>
      <a:hlink>
        <a:srgbClr val="41B3FF"/>
      </a:hlink>
      <a:folHlink>
        <a:srgbClr val="00E58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ba34d03-bc8c-4246-a181-fef561b45adc">
      <Terms xmlns="http://schemas.microsoft.com/office/infopath/2007/PartnerControls"/>
    </lcf76f155ced4ddcb4097134ff3c332f>
    <TaxCatchAll xmlns="450c579d-3274-49e9-a0a5-72dc6366495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BBA5BA65C18149B1A3C9E34CA338B3" ma:contentTypeVersion="22" ma:contentTypeDescription="Create a new document." ma:contentTypeScope="" ma:versionID="f4707aabe2dd3c1fb54d25505b8c638b">
  <xsd:schema xmlns:xsd="http://www.w3.org/2001/XMLSchema" xmlns:xs="http://www.w3.org/2001/XMLSchema" xmlns:p="http://schemas.microsoft.com/office/2006/metadata/properties" xmlns:ns2="dba34d03-bc8c-4246-a181-fef561b45adc" xmlns:ns3="450c579d-3274-49e9-a0a5-72dc6366495b" targetNamespace="http://schemas.microsoft.com/office/2006/metadata/properties" ma:root="true" ma:fieldsID="1f1f5d4ce844e221d3ae999e30254bb9" ns2:_="" ns3:_="">
    <xsd:import namespace="dba34d03-bc8c-4246-a181-fef561b45adc"/>
    <xsd:import namespace="450c579d-3274-49e9-a0a5-72dc6366495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a34d03-bc8c-4246-a181-fef561b45a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598f88-8395-42e3-b104-228bf013fe6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0c579d-3274-49e9-a0a5-72dc6366495b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2e0a8d44-b134-428a-a292-5c24a69b722b}" ma:internalName="TaxCatchAll" ma:showField="CatchAllData" ma:web="450c579d-3274-49e9-a0a5-72dc6366495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3A6E2C3-CF76-41CC-8C7E-172D89CB23F7}">
  <ds:schemaRefs>
    <ds:schemaRef ds:uri="http://schemas.microsoft.com/office/2006/metadata/properties"/>
    <ds:schemaRef ds:uri="http://schemas.microsoft.com/office/infopath/2007/PartnerControls"/>
    <ds:schemaRef ds:uri="dba34d03-bc8c-4246-a181-fef561b45adc"/>
    <ds:schemaRef ds:uri="450c579d-3274-49e9-a0a5-72dc6366495b"/>
  </ds:schemaRefs>
</ds:datastoreItem>
</file>

<file path=customXml/itemProps2.xml><?xml version="1.0" encoding="utf-8"?>
<ds:datastoreItem xmlns:ds="http://schemas.openxmlformats.org/officeDocument/2006/customXml" ds:itemID="{61F3C38F-CB27-40B2-8544-61F7275A0D1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2C3EC68-756C-4D1B-AEE1-879C0C7918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a34d03-bc8c-4246-a181-fef561b45adc"/>
    <ds:schemaRef ds:uri="450c579d-3274-49e9-a0a5-72dc6366495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4732</TotalTime>
  <Words>9</Words>
  <Application>Microsoft Office PowerPoint</Application>
  <PresentationFormat>Widescreen</PresentationFormat>
  <Paragraphs>2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Covers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Short sentence or heading goes here.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Lea Thagaard</dc:creator>
  <cp:lastModifiedBy>Emma Turney</cp:lastModifiedBy>
  <cp:revision>202</cp:revision>
  <dcterms:created xsi:type="dcterms:W3CDTF">2025-06-11T07:43:35Z</dcterms:created>
  <dcterms:modified xsi:type="dcterms:W3CDTF">2026-06-03T21:46:49Z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2025-06-19T22:21:55Z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217925c7-55b6-46f2-8719-01135592f11b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10, 3, 0, 1</vt:lpwstr>
  </property>
  <property fmtid="{D5CDD505-2E9C-101B-9397-08002B2CF9AE}" pid="10" name="ContentTypeId">
    <vt:lpwstr>0x01010050BBA5BA65C18149B1A3C9E34CA338B3</vt:lpwstr>
  </property>
  <property fmtid="{D5CDD505-2E9C-101B-9397-08002B2CF9AE}" pid="11" name="MediaServiceImageTags">
    <vt:lpwstr/>
  </property>
</Properties>
</file>